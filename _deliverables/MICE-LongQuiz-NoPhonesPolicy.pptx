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108299"/>
            <a:ext cx="6296860" cy="118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400" b="1" spc="-223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Phones</a:t>
            </a:r>
            <a:endParaRPr lang="en-US" sz="7400" dirty="0"/>
          </a:p>
        </p:txBody>
      </p:sp>
      <p:sp>
        <p:nvSpPr>
          <p:cNvPr id="4" name="Text 1"/>
          <p:cNvSpPr/>
          <p:nvPr/>
        </p:nvSpPr>
        <p:spPr>
          <a:xfrm>
            <a:off x="661425" y="357316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b="1" spc="-112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During the Quiz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356682" y="4447282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Quiz: Units 9–11  |  English for MICE Industries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11" y="179556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b="1" spc="-112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Today's Quiz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669679"/>
            <a:ext cx="3053877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865041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Units Covered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3273723"/>
            <a:ext cx="26631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 9, 10, and 11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669679"/>
            <a:ext cx="3053976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1601" y="2865041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Points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71601" y="3273723"/>
            <a:ext cx="26632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points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3960515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8717" y="415587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Weight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4564559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Treated the same as your Final Exam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11" y="185549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b="1" spc="-112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Rule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516821" y="2942233"/>
            <a:ext cx="66229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phones during the quiz.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2729607"/>
            <a:ext cx="25399" cy="727670"/>
          </a:xfrm>
          <a:prstGeom prst="roundRect">
            <a:avLst>
              <a:gd name="adj" fmla="val 50001"/>
            </a:avLst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5233360" y="3669903"/>
            <a:ext cx="6296860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Phones </a:t>
            </a:r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spc="-30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OFF</a:t>
            </a:r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in your bag.</a:t>
            </a:r>
            <a:endParaRPr lang="en-US" sz="1450" dirty="0"/>
          </a:p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on the desk. Not in your pocket.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rule as the real Final Exam.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25" y="232162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b="1" spc="-112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This Matters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290292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75723" y="3355181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This quiz counts as Final Exam practice.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4363135" y="3290292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77383" y="3355181"/>
            <a:ext cx="2851178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Using your phone during this quiz is the same as using it during the real Final Exam.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8064794" y="3290292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79042" y="3355181"/>
            <a:ext cx="2851178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Practice honest, phone-free testing now, so you are ready for the real one.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25" y="180300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b="1" spc="-112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Before We Start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771676"/>
            <a:ext cx="3496877" cy="13146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986087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Phone OFF and in your bag</a:t>
            </a:r>
            <a:endParaRPr lang="en-US" sz="1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771676"/>
            <a:ext cx="3496877" cy="13146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63363" y="2986087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Only your pen and your quiz paper on the desk</a:t>
            </a:r>
            <a:endParaRPr lang="en-US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771676"/>
            <a:ext cx="3496877" cy="131464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349247" y="2986087"/>
            <a:ext cx="2966467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10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Need something? Raise your hand, do not check your phone</a:t>
            </a:r>
            <a:endParaRPr lang="en-US" sz="1850" dirty="0"/>
          </a:p>
        </p:txBody>
      </p:sp>
      <p:sp>
        <p:nvSpPr>
          <p:cNvPr id="9" name="Shape 4"/>
          <p:cNvSpPr/>
          <p:nvPr/>
        </p:nvSpPr>
        <p:spPr>
          <a:xfrm>
            <a:off x="661475" y="4298950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FFB3B4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482" y="4566642"/>
            <a:ext cx="236234" cy="1890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75723" y="4535190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phone seen or used during the quiz may result in losing points or failing the quiz.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25" y="1540371"/>
            <a:ext cx="10868745" cy="596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b="1" spc="-112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You've Got This </a:t>
            </a:r>
            <a:pPr algn="ctr" indent="0" marL="0">
              <a:lnSpc>
                <a:spcPct val="104000"/>
              </a:lnSpc>
              <a:buNone/>
            </a:pPr>
            <a:r>
              <a:rPr lang="en-US" sz="3700" b="1" spc="-112" kern="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💪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251539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already studied Units 9–11.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101280"/>
            <a:ext cx="10868745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100" b="1" spc="-154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Trust what you know, not your phone.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356682" y="501511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spc="-30" kern="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luck!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2026-10-02T02:15:08Z</dcterms:created>
  <dcterms:modified xsi:type="dcterms:W3CDTF">2026-10-02T02:15:08Z</dcterms:modified>
</cp:coreProperties>
</file>